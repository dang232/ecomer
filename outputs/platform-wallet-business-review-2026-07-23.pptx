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0332a01204f8e" /><Relationship Type="http://schemas.openxmlformats.org/officeDocument/2006/relationships/extended-properties" Target="/docProps/app.xml" Id="Re0a61a6250c84ca1" /><Relationship Type="http://schemas.openxmlformats.org/officeDocument/2006/relationships/officeDocument" Target="/ppt/presentation.xml" Id="Rbb1b9564b2404d1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20e50fa107a4574"/>
  </p:sldMasterIdLst>
  <p:notesMasterIdLst>
    <p:notesMasterId xmlns:r="http://schemas.openxmlformats.org/officeDocument/2006/relationships" r:id="R8cfac8dc4d6e4761"/>
  </p:notesMasterIdLst>
  <p:sldIdLst>
    <p:sldId xmlns:r="http://schemas.openxmlformats.org/officeDocument/2006/relationships" id="256" r:id="Rdd3d5060317c4ffb"/>
    <p:sldId xmlns:r="http://schemas.openxmlformats.org/officeDocument/2006/relationships" id="257" r:id="R303870f637d84d7f"/>
    <p:sldId xmlns:r="http://schemas.openxmlformats.org/officeDocument/2006/relationships" id="258" r:id="R4a17e992597f43ff"/>
    <p:sldId xmlns:r="http://schemas.openxmlformats.org/officeDocument/2006/relationships" id="259" r:id="Rc8efc351e4404906"/>
    <p:sldId xmlns:r="http://schemas.openxmlformats.org/officeDocument/2006/relationships" id="260" r:id="Rc39af1382576472d"/>
    <p:sldId xmlns:r="http://schemas.openxmlformats.org/officeDocument/2006/relationships" id="261" r:id="R7129e0e133b44855"/>
    <p:sldId xmlns:r="http://schemas.openxmlformats.org/officeDocument/2006/relationships" id="262" r:id="Rbea24e69570a451f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ab5dfa8c60954c36"/>
      <p:italic xmlns:r="http://schemas.openxmlformats.org/officeDocument/2006/relationships" r:id="Re87848de928541c7"/>
    </p:embeddedFont>
    <p:embeddedFont>
      <p:font typeface="Lora SemiBold"/>
      <p:regular xmlns:r="http://schemas.openxmlformats.org/officeDocument/2006/relationships" r:id="Ra25f1fbe438c4e8e"/>
      <p:bold xmlns:r="http://schemas.openxmlformats.org/officeDocument/2006/relationships" r:id="R24582c98b9e747e0"/>
      <p:italic xmlns:r="http://schemas.openxmlformats.org/officeDocument/2006/relationships" r:id="Re50f62fdf6664d02"/>
      <p:boldItalic xmlns:r="http://schemas.openxmlformats.org/officeDocument/2006/relationships" r:id="Rf9f441475167487c"/>
    </p:embeddedFont>
    <p:embeddedFont>
      <p:font typeface="OpenAI Sans"/>
      <p:regular xmlns:r="http://schemas.openxmlformats.org/officeDocument/2006/relationships" r:id="Rc9927ed43a7a4ee1"/>
      <p:bold xmlns:r="http://schemas.openxmlformats.org/officeDocument/2006/relationships" r:id="R00eba5bfc86745ab"/>
      <p:italic xmlns:r="http://schemas.openxmlformats.org/officeDocument/2006/relationships" r:id="R8924c01b5a25423c"/>
      <p:boldItalic xmlns:r="http://schemas.openxmlformats.org/officeDocument/2006/relationships" r:id="Rc8de9750c1ee4872"/>
    </p:embeddedFont>
    <p:embeddedFont>
      <p:font typeface="Roboto"/>
      <p:regular xmlns:r="http://schemas.openxmlformats.org/officeDocument/2006/relationships" r:id="Rae2100411ba54662"/>
      <p:bold xmlns:r="http://schemas.openxmlformats.org/officeDocument/2006/relationships" r:id="R6a7c22384e0f4f0b"/>
      <p:italic xmlns:r="http://schemas.openxmlformats.org/officeDocument/2006/relationships" r:id="R60aa4abeb22b42c6"/>
      <p:boldItalic xmlns:r="http://schemas.openxmlformats.org/officeDocument/2006/relationships" r:id="R0afe6242af3243b1"/>
    </p:embeddedFont>
    <p:embeddedFont>
      <p:font typeface="Roboto Medium"/>
      <p:regular xmlns:r="http://schemas.openxmlformats.org/officeDocument/2006/relationships" r:id="R678110d36bbd405a"/>
      <p:italic xmlns:r="http://schemas.openxmlformats.org/officeDocument/2006/relationships" r:id="Rcc3671a327cc4f17"/>
    </p:embeddedFont>
    <p:embeddedFont>
      <p:font typeface="Roboto SemiBold"/>
      <p:regular xmlns:r="http://schemas.openxmlformats.org/officeDocument/2006/relationships" r:id="R20719f68e4fd4827"/>
      <p:bold xmlns:r="http://schemas.openxmlformats.org/officeDocument/2006/relationships" r:id="R2bc238a072c44e2f"/>
      <p:italic xmlns:r="http://schemas.openxmlformats.org/officeDocument/2006/relationships" r:id="Rfb903f8b950644cc"/>
      <p:boldItalic xmlns:r="http://schemas.openxmlformats.org/officeDocument/2006/relationships" r:id="Rfc25cd76531a4ea4"/>
    </p:embeddedFont>
    <p:embeddedFont>
      <p:font typeface="Roboto Serif 14pt"/>
      <p:regular xmlns:r="http://schemas.openxmlformats.org/officeDocument/2006/relationships" r:id="Rc9475d74f68a4a04"/>
      <p:bold xmlns:r="http://schemas.openxmlformats.org/officeDocument/2006/relationships" r:id="R6673de3629564d9c"/>
      <p:italic xmlns:r="http://schemas.openxmlformats.org/officeDocument/2006/relationships" r:id="R82f341601d4a419f"/>
      <p:boldItalic xmlns:r="http://schemas.openxmlformats.org/officeDocument/2006/relationships" r:id="R9883ac4013e44973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86afda0c046a0" /><Relationship Type="http://schemas.openxmlformats.org/officeDocument/2006/relationships/slideMaster" Target="/ppt/slideMasters/slideMaster1.xml" Id="R420e50fa107a4574" /><Relationship Type="http://schemas.openxmlformats.org/officeDocument/2006/relationships/notesMaster" Target="/ppt/notesMasters/notesMaster1.xml" Id="R8cfac8dc4d6e4761" /><Relationship Type="http://schemas.openxmlformats.org/officeDocument/2006/relationships/presProps" Target="/ppt/presProps.xml" Id="R376b2bc8f9224089" /><Relationship Type="http://schemas.openxmlformats.org/officeDocument/2006/relationships/viewProps" Target="/ppt/viewProps.xml" Id="R30b7b483907b43a1" /><Relationship Type="http://schemas.openxmlformats.org/officeDocument/2006/relationships/tableStyles" Target="/ppt/tableStyles.xml" Id="R75eaf3c3e1664573" /><Relationship Type="http://schemas.openxmlformats.org/officeDocument/2006/relationships/font" Target="/ppt/fonts/font.dat" Id="Rab5dfa8c60954c36" /><Relationship Type="http://schemas.openxmlformats.org/officeDocument/2006/relationships/font" Target="/ppt/fonts/font2.dat" Id="Re87848de928541c7" /><Relationship Type="http://schemas.openxmlformats.org/officeDocument/2006/relationships/font" Target="/ppt/fonts/font3.dat" Id="Ra25f1fbe438c4e8e" /><Relationship Type="http://schemas.openxmlformats.org/officeDocument/2006/relationships/font" Target="/ppt/fonts/font4.dat" Id="R24582c98b9e747e0" /><Relationship Type="http://schemas.openxmlformats.org/officeDocument/2006/relationships/font" Target="/ppt/fonts/font5.dat" Id="Re50f62fdf6664d02" /><Relationship Type="http://schemas.openxmlformats.org/officeDocument/2006/relationships/font" Target="/ppt/fonts/font6.dat" Id="Rf9f441475167487c" /><Relationship Type="http://schemas.openxmlformats.org/officeDocument/2006/relationships/font" Target="/ppt/fonts/font7.dat" Id="Rc9927ed43a7a4ee1" /><Relationship Type="http://schemas.openxmlformats.org/officeDocument/2006/relationships/font" Target="/ppt/fonts/font8.dat" Id="R00eba5bfc86745ab" /><Relationship Type="http://schemas.openxmlformats.org/officeDocument/2006/relationships/font" Target="/ppt/fonts/font9.dat" Id="R8924c01b5a25423c" /><Relationship Type="http://schemas.openxmlformats.org/officeDocument/2006/relationships/font" Target="/ppt/fonts/font10.dat" Id="Rc8de9750c1ee4872" /><Relationship Type="http://schemas.openxmlformats.org/officeDocument/2006/relationships/font" Target="/ppt/fonts/font11.dat" Id="Rae2100411ba54662" /><Relationship Type="http://schemas.openxmlformats.org/officeDocument/2006/relationships/font" Target="/ppt/fonts/font12.dat" Id="R6a7c22384e0f4f0b" /><Relationship Type="http://schemas.openxmlformats.org/officeDocument/2006/relationships/font" Target="/ppt/fonts/font13.dat" Id="R60aa4abeb22b42c6" /><Relationship Type="http://schemas.openxmlformats.org/officeDocument/2006/relationships/font" Target="/ppt/fonts/font14.dat" Id="R0afe6242af3243b1" /><Relationship Type="http://schemas.openxmlformats.org/officeDocument/2006/relationships/font" Target="/ppt/fonts/font15.dat" Id="R678110d36bbd405a" /><Relationship Type="http://schemas.openxmlformats.org/officeDocument/2006/relationships/font" Target="/ppt/fonts/font16.dat" Id="Rcc3671a327cc4f17" /><Relationship Type="http://schemas.openxmlformats.org/officeDocument/2006/relationships/font" Target="/ppt/fonts/font17.dat" Id="R20719f68e4fd4827" /><Relationship Type="http://schemas.openxmlformats.org/officeDocument/2006/relationships/font" Target="/ppt/fonts/font18.dat" Id="R2bc238a072c44e2f" /><Relationship Type="http://schemas.openxmlformats.org/officeDocument/2006/relationships/font" Target="/ppt/fonts/font19.dat" Id="Rfb903f8b950644cc" /><Relationship Type="http://schemas.openxmlformats.org/officeDocument/2006/relationships/font" Target="/ppt/fonts/font20.dat" Id="Rfc25cd76531a4ea4" /><Relationship Type="http://schemas.openxmlformats.org/officeDocument/2006/relationships/font" Target="/ppt/fonts/font21.dat" Id="Rc9475d74f68a4a04" /><Relationship Type="http://schemas.openxmlformats.org/officeDocument/2006/relationships/font" Target="/ppt/fonts/font22.dat" Id="R6673de3629564d9c" /><Relationship Type="http://schemas.openxmlformats.org/officeDocument/2006/relationships/font" Target="/ppt/fonts/font23.dat" Id="R82f341601d4a419f" /><Relationship Type="http://schemas.openxmlformats.org/officeDocument/2006/relationships/font" Target="/ppt/fonts/font24.dat" Id="R9883ac4013e44973" /><Relationship Type="http://schemas.openxmlformats.org/officeDocument/2006/relationships/slide" Target="/ppt/slides/slide1.xml" Id="Rdd3d5060317c4ffb" /><Relationship Type="http://schemas.openxmlformats.org/officeDocument/2006/relationships/slide" Target="/ppt/slides/slide2.xml" Id="R303870f637d84d7f" /><Relationship Type="http://schemas.openxmlformats.org/officeDocument/2006/relationships/slide" Target="/ppt/slides/slide3.xml" Id="R4a17e992597f43ff" /><Relationship Type="http://schemas.openxmlformats.org/officeDocument/2006/relationships/slide" Target="/ppt/slides/slide4.xml" Id="Rc8efc351e4404906" /><Relationship Type="http://schemas.openxmlformats.org/officeDocument/2006/relationships/slide" Target="/ppt/slides/slide5.xml" Id="Rc39af1382576472d" /><Relationship Type="http://schemas.openxmlformats.org/officeDocument/2006/relationships/slide" Target="/ppt/slides/slide6.xml" Id="R7129e0e133b44855" /><Relationship Type="http://schemas.openxmlformats.org/officeDocument/2006/relationships/slide" Target="/ppt/slides/slide7.xml" Id="Rbea24e69570a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b4aeed10943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9eac696164eca" /><Relationship Type="http://schemas.openxmlformats.org/officeDocument/2006/relationships/notesMaster" Target="/ppt/notesMasters/notesMaster1.xml" Id="R48fb84ccb89a41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32b811cce74120" /><Relationship Type="http://schemas.openxmlformats.org/officeDocument/2006/relationships/notesMaster" Target="/ppt/notesMasters/notesMaster1.xml" Id="R9f6c29639e3440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1a4ab23ecf492e" /><Relationship Type="http://schemas.openxmlformats.org/officeDocument/2006/relationships/notesMaster" Target="/ppt/notesMasters/notesMaster1.xml" Id="R11ecd65044f742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567372b6b456a" /><Relationship Type="http://schemas.openxmlformats.org/officeDocument/2006/relationships/notesMaster" Target="/ppt/notesMasters/notesMaster1.xml" Id="Rf75c73beb45443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6f9dbc771d49f2" /><Relationship Type="http://schemas.openxmlformats.org/officeDocument/2006/relationships/notesMaster" Target="/ppt/notesMasters/notesMaster1.xml" Id="Rf00de299e5c0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2be730b551426d" /><Relationship Type="http://schemas.openxmlformats.org/officeDocument/2006/relationships/notesMaster" Target="/ppt/notesMasters/notesMaster1.xml" Id="R9dc56a66d5e742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b62c016b72490c" /><Relationship Type="http://schemas.openxmlformats.org/officeDocument/2006/relationships/notesMaster" Target="/ppt/notesMasters/notesMaster1.xml" Id="Re5027e17595849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ca89ed35045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e128289e945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b099a9d6843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7e110010e45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841156bc74e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da5cf3cff4c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94c0b4c6542a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30393de33448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d46d9a005f4615" /><Relationship Type="http://schemas.openxmlformats.org/officeDocument/2006/relationships/slideLayout" Target="/ppt/slideLayouts/slideLayout1.xml" Id="Raf8840bb05114b70" /><Relationship Type="http://schemas.openxmlformats.org/officeDocument/2006/relationships/slideLayout" Target="/ppt/slideLayouts/slideLayout2.xml" Id="R6f1a818447484b66" /><Relationship Type="http://schemas.openxmlformats.org/officeDocument/2006/relationships/slideLayout" Target="/ppt/slideLayouts/slideLayout3.xml" Id="R6f3d2aae6a224a93" /><Relationship Type="http://schemas.openxmlformats.org/officeDocument/2006/relationships/slideLayout" Target="/ppt/slideLayouts/slideLayout4.xml" Id="R8449500f222e415d" /><Relationship Type="http://schemas.openxmlformats.org/officeDocument/2006/relationships/slideLayout" Target="/ppt/slideLayouts/slideLayout5.xml" Id="Rd658bcad7d064c30" /><Relationship Type="http://schemas.openxmlformats.org/officeDocument/2006/relationships/slideLayout" Target="/ppt/slideLayouts/slideLayout6.xml" Id="R218df22a46824644" /><Relationship Type="http://schemas.openxmlformats.org/officeDocument/2006/relationships/slideLayout" Target="/ppt/slideLayouts/slideLayout7.xml" Id="R5c6f29eeaa6f41b7" /><Relationship Type="http://schemas.openxmlformats.org/officeDocument/2006/relationships/slideLayout" Target="/ppt/slideLayouts/slideLayout8.xml" Id="Rc8f284f8f66c4e9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8840bb05114b70"/>
    <p:sldLayoutId xmlns:r="http://schemas.openxmlformats.org/officeDocument/2006/relationships" id="2147483650" r:id="R6f1a818447484b66"/>
    <p:sldLayoutId xmlns:r="http://schemas.openxmlformats.org/officeDocument/2006/relationships" id="2147483651" r:id="R6f3d2aae6a224a93"/>
    <p:sldLayoutId xmlns:r="http://schemas.openxmlformats.org/officeDocument/2006/relationships" id="2147483652" r:id="R8449500f222e415d"/>
    <p:sldLayoutId xmlns:r="http://schemas.openxmlformats.org/officeDocument/2006/relationships" id="2147483653" r:id="Rd658bcad7d064c30"/>
    <p:sldLayoutId xmlns:r="http://schemas.openxmlformats.org/officeDocument/2006/relationships" id="2147483654" r:id="R218df22a46824644"/>
    <p:sldLayoutId xmlns:r="http://schemas.openxmlformats.org/officeDocument/2006/relationships" id="2147483655" r:id="R5c6f29eeaa6f41b7"/>
    <p:sldLayoutId xmlns:r="http://schemas.openxmlformats.org/officeDocument/2006/relationships" id="2147483656" r:id="Rc8f284f8f66c4e9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55e4cdece435a" /><Relationship Type="http://schemas.openxmlformats.org/officeDocument/2006/relationships/notesSlide" Target="/ppt/notesSlides/notesSlide1.xml" Id="R3ca4a5bde44c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496462cf18452e" /><Relationship Type="http://schemas.openxmlformats.org/officeDocument/2006/relationships/notesSlide" Target="/ppt/notesSlides/notesSlide2.xml" Id="R45f4e4aa246e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6150b3a2f4f60" /><Relationship Type="http://schemas.openxmlformats.org/officeDocument/2006/relationships/notesSlide" Target="/ppt/notesSlides/notesSlide3.xml" Id="Rc86ae0c872c449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e6aae770ed4da8" /><Relationship Type="http://schemas.openxmlformats.org/officeDocument/2006/relationships/notesSlide" Target="/ppt/notesSlides/notesSlide4.xml" Id="R73ebb858859c41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c032a8a5aa4bf1" /><Relationship Type="http://schemas.openxmlformats.org/officeDocument/2006/relationships/notesSlide" Target="/ppt/notesSlides/notesSlide5.xml" Id="R0ab37f6254ca4e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158e2a558a4d65" /><Relationship Type="http://schemas.openxmlformats.org/officeDocument/2006/relationships/notesSlide" Target="/ppt/notesSlides/notesSlide6.xml" Id="Rde675060175346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6b8e52ca449cd" /><Relationship Type="http://schemas.openxmlformats.org/officeDocument/2006/relationships/notesSlide" Target="/ppt/notesSlides/notesSlide7.xml" Id="R6923e5f8cee44dc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Wallet clarity is a platform decision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VNShop is a marketplace: buyer money, seller payable, platform fees, refunds, and payouts must remain separate as we scale.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Business review | 23 Jul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VNShop Marketplace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A78EB87E-94D3-4E35-B202-C8418654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ADCC08F-6E32-42D2-BED3-A9A5D6B1CEF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current code can credit seller balances, reverse refund credits, and queue payouts. That is useful mechanics, but it does not yet define the commercial settlement contract.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4104AE7-AD49-4C8A-9E02-9E2AF8FAC2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VNShop Marketplace | Internal business review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Decision status</a:t>
            </a: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seller-finance owns wallet and payout flows; order-service supplies sellerTotals; refund events debit seller net idempotently.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What is true today</a:t>
            </a: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We are a marketplace platform, not a seller wallet product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Business Review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E45E9F46-2FBC-40B9-BD69-A4696E58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Approve the settlement policy before adding more payment methods or marketing wallet balances as revenue.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The leadership decision required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Policy required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Bottom line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wallet balance is seller money owed by the platform; it is not GMV, customer cash, or platform revenue.</a:t>
            </a:r>
          </a:p>
        </p:txBody>
      </p:sp>
    </p:spTree>
    <p:extLst>
      <p:ext uri="{BB962C8B-B14F-4D97-AF65-F5344CB8AC3E}">
        <p14:creationId xmlns:p14="http://schemas.microsoft.com/office/powerpoint/2010/main" val="16360156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Seller payable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Seller-owned item value less the agreed commission and reversals. This is what can become withdrawable.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Platform earnings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Commission and service fees recognized by the platform, separate from GMV and seller payout liability.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VNShop Marketplace | Internal business review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A platform wallet must separate three kinds of money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Customer funds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Payment received or pending. Held against the order until the settlement trigger is met.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same order can create payment liability, seller payable, platform fees, and refund exposure. The UI should never collapse them into one revenue number.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One buyer checkout creates multiple obligations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- seller-finance owns wallet and payout endpoints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- commission is calculated per tier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- sellerTotals drives seller credit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- payment.refunded reverses seller net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- processed_refund makes debit idempotent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code has wallet mechanics; the business policy is still incomplete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- when does pending become withdrawable?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- which commission schedule is locked to an order?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- who absorbs discounts, shipping, tax, and chargebacks?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- how is platform revenue reported separately from GMV?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- what reserve and payout verification rules apply?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VNShop Marketplace | Internal business review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What already exists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Three decisions unlock a credible wallet product</a:t>
            </a: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VNShop Marketplace | Internal business review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Sellers should see money they earned, money on hold, and money already paid out. Buyers should see order payment and refund status. Admins should see platform fees, liabilities, and exceptions.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The platform promise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Settle on delivered plus the return window, or explicitly choose an earlier risk-bearing rule.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Settlement trigger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Version the commission and fee allocation on each sub-order; do not rely on a global STANDARD default.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Fee schedule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Make credits, reversals, reserves, and payouts immutable, idempotent, and auditable.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Ledger + controls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Align the language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Rename dashboard metrics: GMV, seller payable, platform fees, realized revenue.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Close the policy gap in three delivery phases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Lock settlement rules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</a:rPr>
              <a:t>Define trigger, reserve, fee allocation, refund and chargeback ownership.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Build the source of truth</a:t>
            </a:r>
          </a:p>
          <a:p xmlns:a="http://schemas.openxmlformats.org/drawingml/2006/main">
            <a:pPr marL="0" marR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</a:rPr>
              <a:t>Introduce ledger entries, payout controls, fee snapshots and reconciliation reports.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Now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0-30 days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31-60 days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VNShop Marketplace | Internal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Decision: wallet becomes a settlement ledger, not a generic balance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201" y="4532466"/>
            <a:ext cx="6458364" cy="13880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Approve the marketplace money taxonomy.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Keep seller payable separate from platform revenue.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Gate the next wallet/payment release on settlement policy and reconciliation evidence.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ECBD1566-6443-4C47-BABB-FBA7698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2026-07-23T16:55:17.9360000Z</dcterms:created>
  <dcterms:modified xsi:type="dcterms:W3CDTF">2026-07-23T16:55:17.9360000Z</dcterms:modified>
</coreProperties>
</file>