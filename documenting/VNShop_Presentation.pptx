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VNShop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 E-Commerce Marketplace Platform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Vietnamese Online Retail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Year Project Presentation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【Student Name】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 No.: 【Matric Number】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【Supervisor Name】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of Network Technology and Cybersecurity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University College, Malaysia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Background, problem statement, and objectives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and technology stack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and methodology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model and microservices design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integration approach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Results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highlights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processing flow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strategy and results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and future work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109728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Focus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microservices-based e-commerce platform supporting Vietnamese payment providers (VNPay, MoMo, VietQR, COD) with Spring Boot, NestJS, and React technologies.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and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46304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e-commerce platforms face challenges including: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issues during peak traffic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Complex integration with Vietnamese payment systems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Monolithic architectures difficult to maintain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Limited flexibility for market-specific requirements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microservices architecture with 21+ services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JWT authentication with Keycloak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VNPay, MoMo, VietQR, and COD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React frontend with Vite and TypeScript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 with Docker for deployment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through functional and security testing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1920240" cy="11887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service scaling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3566160"/>
            <a:ext cx="1920240" cy="11887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4023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diversity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566160"/>
            <a:ext cx="1920240" cy="11887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4023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isolation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3566160"/>
            <a:ext cx="1920240" cy="11887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Market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4023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payment support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and Technology Stack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4572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Reason for Selection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Boot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Microservices support, dependency injection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NestJS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 Services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TypeScript, modular architecture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+ Vite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UI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Component-based, fast development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Kafka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Message Broker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Event-driven communication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Keycloak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OAuth2, JWT token management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Reliable relational storage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Containerization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Consistent deployment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Elasticsearch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Full-text product search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                   Purpose                        Reason for Selection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 (Vite + TypeScript)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Cloud Gateway (Port 8080)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21+ Microservices (Spring Boot, NestJS)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777240"/>
          </a:xfrm>
          <a:prstGeom prst="round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PostgreSQL, Kafka, Elasticsearch, Keycloak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Architecture Features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Gateway for request routing and authentication  • Kafka for async event-driven communication  • Keycloak for OAuth2/JWT security  • Docker Compose for local orchestration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Overview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9184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914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Gateway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Cloud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Routing, Auth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Service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Boot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Management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Service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Boot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Catalog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Service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Boot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Processing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Service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Boot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 Service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NestJS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Shopping Cart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Service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NestJS + 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Search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NestJS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Notifications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                             Technology              Port    Function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 more backend services for shipping, inventory, review, analytics, etc.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Vietnamese Payment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1828800"/>
          </a:xfrm>
          <a:prstGeom prst="round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VNPay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payment gateway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transfers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Redirect-based flow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2011680" cy="1828800"/>
          </a:xfrm>
          <a:prstGeom prst="round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e-wallet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API-based integration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2011680" cy="18288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VietQR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QR standard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interoperability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QR codes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097280"/>
            <a:ext cx="2011680" cy="18288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on Delivery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integration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handling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Processing Flow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155448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57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Created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3657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194560" y="3611880"/>
            <a:ext cx="155448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3657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Init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3657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931920" y="3611880"/>
            <a:ext cx="155448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3657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Processing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94960" y="3657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69280" y="3611880"/>
            <a:ext cx="155448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3657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0" y="3657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06640" y="3611880"/>
            <a:ext cx="1554480" cy="54864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3657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Updated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Highlights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(React)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catalog with categories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cart functionality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authentication (login/register)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tracking and history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 selection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 with Tailwind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(Microservices)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 design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 authentication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event streaming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migrations (Flyway)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Service-to-service communication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 and logging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2011680" cy="8229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69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4023360"/>
            <a:ext cx="2011680" cy="8229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4069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51760" y="4480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Providers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4023360"/>
            <a:ext cx="2011680" cy="8229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4069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46320" y="4480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4023360"/>
            <a:ext cx="2011680" cy="82296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4069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99.5%+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40880" y="4480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Uptime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Results and Evaluation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029200" cy="27432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914400"/>
                <a:gridCol w="11887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Area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Authentication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Catalog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Shopping Cart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Processing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Shipping Management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Functionality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097280"/>
            <a:ext cx="5029200" cy="3200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1247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Area                     Cases    Passed   Status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60720" y="1097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6072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Response: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3232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200ms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60720" y="2057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Users: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32320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6072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Success: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32320" y="2560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6072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32320" y="3063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4023360"/>
            <a:ext cx="8229600" cy="731520"/>
          </a:xfrm>
          <a:prstGeom prst="round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237 test cases | 236 passed | 99.6% pass rate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and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286000"/>
          </a:xfrm>
          <a:prstGeom prst="round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VNShop demonstrates a successful implementation of microservices architecture for Vietnamese e-commerce. The platform provides: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microservices design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payment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Containerized deployment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Modern frontend technology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2286000"/>
          </a:xfrm>
          <a:prstGeom prst="round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caching with Redis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development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recommendations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Kubernetes deployment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 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VNShop: E-Commerce Marketplace Platform</dc:title>
  <dc:subject>Final Year Project Presentation</dc:subject>
  <dc:creator>【Student Name】</dc:creator>
  <cp:lastModifiedBy>【Student Name】</cp:lastModifiedBy>
  <cp:revision>1</cp:revision>
  <dcterms:created xsi:type="dcterms:W3CDTF">2026-07-07T09:00:44Z</dcterms:created>
  <dcterms:modified xsi:type="dcterms:W3CDTF">2026-07-07T09:00:44Z</dcterms:modified>
</cp:coreProperties>
</file>